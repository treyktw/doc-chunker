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Houseplant Care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five minute overview for new plant owners.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Most houseplants want the top few centimetres of soil to dry out between waterings. Pushing a finger into the pot is a better guide than a calendar, because light, temperature and pot size all change how fast soil dries.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Bright indirect light suits most foliage plants. A south-facing window can scorch thin leaves in summer, while a north-facing room may be too dim for anything except the most shade-tolerant species.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Check the undersides of leaves for fungus gnats, mealybugs and spider mites. Isolating a new plant for two weeks keeps a hitchhiking pest from spreading to the rest of the collection.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Houseplant Care</dc:title>
  <dc:subject/>
  <dc:creator>Sample Author</dc:creator>
  <cp:keywords/>
  <dc:description>Synthetic sample</dc:description>
  <cp:lastModifiedBy>Sample Author</cp:lastModifiedBy>
  <cp:revision>1</cp:revision>
  <dcterms:created xsi:type="dcterms:W3CDTF">2026-01-01T00:00:00Z</dcterms:created>
  <dcterms:modified xsi:type="dcterms:W3CDTF">2026-01-01T00:00:00Z</dcterms:modified>
  <cp:category/>
</cp:coreProperties>
</file>